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Bahamas Integrated Coastal Resilience Strategy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기후 위기 대응을 위한 고정밀 디지털 트윈 및 자연기반해법(NbS) 로드맵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Strategy &amp; Policy Report for C-Level Execs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</a:rPr>
              <a:t>1. 왜 지금 디지털 트윈인가?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035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실존적 위협: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바하마 평균 해발고도 3.2m. 해수면 1m 상승 시 국가 인프라의 60% 이상 노출.
</a:t>
            </a:r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정책 근거 확보: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막연한 포스터 홍보를 넘어 데이터 기반의 시뮬레이션으로 시민과 예산 심의 기구 설득.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</a:rPr>
              <a:t>2. 데이터 구축 전략: 드론 기반 고정밀 DTM의 필요성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943600" cy="32004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데이터 모델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특징 및 한계점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 Photorealistic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배경 맥락은 훌륭하나 수평 3m 오차 발생. 미세 지형 왜곡으로 홍수 경로 예측 불가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드론 MMS/LiDAR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수cm급 정밀도. 건물/도로 단차 완벽 재현. 고해상도 물리 시뮬레이션 필수재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결론: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광역은 Google Tiles를 사용하되, 핵심 보호 구역(Nassau 등)은 드론 실측 데이터 구축이 선행되어야 함.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</a:rPr>
              <a:t>3. 단계별 구축 로드맵: Nassau vs Bahamas 전역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구축 범위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예상 기간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추정 예산(개략)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산출물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[1단계] 핵심 거점 (Nassau)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~200 ㎢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3개월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약 $15~20만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정밀 DTM, Reality Mesh, 홍수 시뮬레이터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[2단계] 국가 전역 (Archipelago)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~14,000 ㎢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24개월+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약 $500~700만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통합 해안 방재 관제 시스템, 탄소 흡수권 분석 시스템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* 비용은 드론 장비 임차, 전문 엔지니어링, 물리 엔진 라이선스 및 데이터 배킹 비용을 포함한 시장 평균 추정치임.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</a:rPr>
              <a:t>4. 기후 시나리오 기반 인터랙티브 시뮬레이션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A1F36"/>
                </a:solidFill>
              </a:rPr>
              <a:t>글로벌 표준 시나리오(SSP-RCP) 반영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- 낙관적 시나리오(SSP2-4.5)부터 최악의 시나리오(SSP5-8.5)까지 실시간 적용
</a:t>
            </a:r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- 연도별(2030, 2050, 2100) 수위 상승에 따른 침수 면적 및 자산 손실 평가 기능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</a:rPr>
              <a:t>사용자 중심의 가시화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- 거주지 주소를 입력하면 특정 시나리오에서의 침수 여부를 즉각 확인
</a:t>
            </a:r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- 복잡한 수치 보고서를 직관적인 '3D 워터 플레인' 게임형 UI로 치환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</a:rPr>
              <a:t>5. 자연기반해법(NbS) 도입 및 효과 검증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315200" cy="32004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097280"/>
          <a:ext cx="36576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분석 항목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분석 전(As-Is)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NbS 적용(To-Be)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파도 에너지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 (위험)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25~35% (감쇄)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예상 자산 피해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기준 대비 3배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$22.9억 보호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추가 편익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없음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Blue Carbon, 어업 증대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66534"/>
                </a:solidFill>
              </a:rPr>
              <a:t>시민들에게 드리는 메시지: "맹그로브 식재는 환경 운동이 아닌, 여러분의 재산을 지키는 자연 인프라입니다."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</a:rPr>
              <a:t>6. 향후 비전 및 정책 제언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A1F36"/>
                </a:solidFill>
              </a:rPr>
              <a:t>1. 3D 공간 데이터 국가 표준화: </a:t>
            </a:r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</a:rPr>
              <a:t>드론 DTM 기반의 정밀 해안관리 체계 구축
</a:t>
            </a:r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</a:rPr>
              <a:t>2. 스마트 방재 관제 시스템: </a:t>
            </a:r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</a:rPr>
              <a:t>실시간 허리케인 예보와 디지털 트윈 시뮬레이션 연동
</a:t>
            </a:r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</a:rPr>
              <a:t>3. 그린 금융 연계: </a:t>
            </a:r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</a:rPr>
              <a:t>맹그로브 보호 가치를 기반으로 한 파라메트릭 보험 및 블루본드 발행 데이터로 활용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2026-04-19T03:03:01Z</dcterms:created>
  <dcterms:modified xsi:type="dcterms:W3CDTF">2026-04-19T03:03:01Z</dcterms:modified>
</cp:coreProperties>
</file>