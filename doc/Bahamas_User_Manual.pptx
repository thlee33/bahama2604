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Bahamas Bahamas Digital Twin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Quick Manual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인터페이스(UI) 조작 및 기능 가이트 (Version Final)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1. 배경지도 및 지형(Imagery) 선택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2286000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9728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컨트롤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상세 기능 및 조작법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Imagery Dropdown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● Google Photorealistic: 고정밀 3D 타일 배경 (기본값)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● Google Maps: 도로명 및 지명이 포함된 하이브리드 지도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● ArcGIS: 오픈 데이터 소스 기반의 위성 영상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뷰포인트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페이지 로딩 시 바하마 낫소 앞바다를 조망하는 최적의 정북 방향 각도로 자동 정렬됨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2. 해수면 상승(SLR) 시뮬레이션 조작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22860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9728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컨트롤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상세 기능 및 조작법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[Sea Level Rise] 버튼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해수면 상승 상황이 가장 극적으로 보일 수 있는 해안가 클로즈업 뷰로 카메라가 즉시 이동함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Rise 슬라이더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0.0m에서 5.0m까지 수위를 실시간 상향시킴. 수위 변화에 따른 육지 침수 범위를 즉각 가시화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Transparency 슬라이더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생성된 바닷물의 투명도를 조절. 물속에 잠긴 도로, 건물 풋프린트를 자세히 분석할 때 사용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3. 자연기반해법(NbS) 및 파도 감쇄 시나리오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22860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9728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컨트롤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상세 기능 및 조작법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5966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[NbS View] 버튼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맹그로브 식재 구역 상공으로 카메라를 이동시켜 시뮬레이션 관측 최적화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Checkbox 선택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● No Mangroves: 식재 전 위험 상황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● With Mangroves: 식재 후 방재 효과가 물리 모델로 적용된 상황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[Play Simulation]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1.6만 개의 GPU 파티클을 가동하여 해류와 파도의 움직임을 실시간 렌더링 시작/정지함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4. 지형 강조 및 고도(DEM) 오버레이 제어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22860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9728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컨트롤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상세 기능 및 조작법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DEM Drape 스위치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배경지도 위에 고해상도 수치표고모델(DEM) 단계구분도를 입히거나 제거함 (ON/OFF)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xEffect 드롭다운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지형의 수직 과장(Vertical Exaggeration) 계수를 조절하여 매끄러운 바하마의 고도를 극적으로 가시화 (x1 ~ x5)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Color Legend / Opacity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하단 컬러바를 통해 해발고도 분석. 우측 슬라이더로 DEM 자체의 투명도를 조절하여 위성영상과 교차 분석 가능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2026-04-19T03:18:59Z</dcterms:created>
  <dcterms:modified xsi:type="dcterms:W3CDTF">2026-04-19T03:18:59Z</dcterms:modified>
</cp:coreProperties>
</file>