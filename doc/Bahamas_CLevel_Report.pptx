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91440" cy="13716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</a:rPr>
              <a:t>Bahamas Nassau Digital Twin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기후 변화(해수면 상승 &amp; 폭풍 해일) 대응 및 NbS 시각화 보고서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</a:rPr>
              <a:t>적용 데이터 및 외부 리소스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적용 데이터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출처/URL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포맷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해상도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주기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지형 및 3D 건물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Google Photorealistic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3D Tiles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초정밀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수시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수치표고모델(DEM)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ESA Copernicus DEM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COG (TIF)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정기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위성 베이스맵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ArcGIS World Imagery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XYZ Tile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정밀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정기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맹그로브/파도 영역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자체 구축 (분석 영역)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GeoJSON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</a:rPr>
              <a:t>시스템 아키텍처 및 구현 기술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9144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</a:rPr>
              <a:t>맹그로브 식재 (NbS) 기반 파도 에너지 효율 분석 비교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9144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</a:rPr>
              <a:t>기대 효과 및 요약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F36"/>
                </a:solidFill>
              </a:rPr>
              <a:t>정책 입안자 중심의 즉각적 의사결정 도우미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- 수치 데이터를 넘어서는 가시적 파도 소산 과정 확인 (3D GPU 렌더링)
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- 맹그로브 투자의 당위성 및 NbS 효과 극대화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</a:rPr>
              <a:t>고속 웹 3D 렌더링 및 경량화 모델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- CDN 기반 라이브러리 로드로 로딩 속도 최적화 및 배포 용량 절감
</a:t>
            </a:r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- 하위 디렉토리 호스팅(GitHub Pages) 대응 및 상대 경로 체계 구축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2026-04-19T02:47:36Z</dcterms:created>
  <dcterms:modified xsi:type="dcterms:W3CDTF">2026-04-19T02:47:36Z</dcterms:modified>
</cp:coreProperties>
</file>